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7" Type="http://schemas.openxmlformats.org/officeDocument/2006/relationships/image" Target="../media/image5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852160" cy="45720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Presentation Framework:</a:t>
            </a:r>
            <a:br/>
            <a:r>
              <a:t>  Built with Streamlit and Plotly Express for real-time administrative access.</a:t>
            </a:r>
            <a:br/>
            <a:br/>
            <a:r>
              <a:t>• Tab Isolation Logic:</a:t>
            </a:r>
            <a:br/>
            <a:r>
              <a:t>  Uses SQLite session state checks to enforce strict role-based access.</a:t>
            </a:r>
            <a:br/>
            <a:br/>
            <a:r>
              <a:t>• 7-Role RBAC Model:</a:t>
            </a:r>
            <a:br/>
            <a:r>
              <a:t>  Restricts page controls based on Super Admin, HOD, Faculty, and Student credentials.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5303520" cy="4389120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459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Broad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